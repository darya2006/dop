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5" r:id="rId1"/>
  </p:sldMasterIdLst>
  <p:sldIdLst>
    <p:sldId id="256" r:id="rId2"/>
    <p:sldId id="257" r:id="rId3"/>
    <p:sldId id="258" r:id="rId4"/>
    <p:sldId id="259" r:id="rId5"/>
    <p:sldId id="264" r:id="rId6"/>
    <p:sldId id="268" r:id="rId7"/>
    <p:sldId id="266" r:id="rId8"/>
    <p:sldId id="261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0210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8298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89811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810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537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9424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990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061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8020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2951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2310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A749F8C-4290-4E19-B048-8782A0A74E19}" type="datetimeFigureOut">
              <a:rPr lang="ru-RU" smtClean="0"/>
              <a:t>28.03.2023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89FDBD6-3BCA-4BD3-A953-2684F496790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0628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arya2006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 smtClean="0"/>
              <a:t>Крутякова</a:t>
            </a:r>
            <a:r>
              <a:rPr lang="ru-RU" dirty="0" smtClean="0"/>
              <a:t> Дарья </a:t>
            </a:r>
            <a:br>
              <a:rPr lang="ru-RU" dirty="0" smtClean="0"/>
            </a:br>
            <a:r>
              <a:rPr lang="ru-RU" dirty="0" smtClean="0"/>
              <a:t>ИСиП-11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sz="3600" dirty="0" smtClean="0"/>
              <a:t>Направление: Вёрстка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25408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Полученные знания и библиотеки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smtClean="0"/>
              <a:t>HTML (</a:t>
            </a:r>
            <a:r>
              <a:rPr lang="ru-RU" dirty="0" smtClean="0"/>
              <a:t>в совершенстве</a:t>
            </a:r>
            <a:r>
              <a:rPr lang="en-US" dirty="0" smtClean="0"/>
              <a:t>)</a:t>
            </a:r>
            <a:endParaRPr lang="ru-RU" dirty="0" smtClean="0"/>
          </a:p>
          <a:p>
            <a:r>
              <a:rPr lang="en-US" dirty="0" smtClean="0"/>
              <a:t>CSS (</a:t>
            </a:r>
            <a:r>
              <a:rPr lang="ru-RU" dirty="0" smtClean="0"/>
              <a:t>достаточно хорошо</a:t>
            </a:r>
            <a:r>
              <a:rPr lang="en-US" dirty="0" smtClean="0"/>
              <a:t>)</a:t>
            </a:r>
          </a:p>
          <a:p>
            <a:r>
              <a:rPr lang="en-US" dirty="0" smtClean="0"/>
              <a:t>SCSS</a:t>
            </a:r>
            <a:endParaRPr lang="ru-RU" dirty="0" smtClean="0"/>
          </a:p>
          <a:p>
            <a:r>
              <a:rPr lang="en-US" dirty="0" smtClean="0"/>
              <a:t>JavaScript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Bootstrap</a:t>
            </a:r>
          </a:p>
          <a:p>
            <a:r>
              <a:rPr lang="en-US" dirty="0" smtClean="0"/>
              <a:t>Slick – </a:t>
            </a:r>
            <a:r>
              <a:rPr lang="ru-RU" dirty="0" smtClean="0"/>
              <a:t>слайдер</a:t>
            </a:r>
          </a:p>
          <a:p>
            <a:r>
              <a:rPr lang="en-US" dirty="0" err="1"/>
              <a:t>Swiper</a:t>
            </a:r>
            <a:r>
              <a:rPr lang="en-US" dirty="0"/>
              <a:t> - </a:t>
            </a:r>
            <a:r>
              <a:rPr lang="ru-RU" dirty="0"/>
              <a:t>слайдер</a:t>
            </a:r>
          </a:p>
          <a:p>
            <a:r>
              <a:rPr lang="ru-RU" dirty="0" err="1"/>
              <a:t>Font</a:t>
            </a:r>
            <a:r>
              <a:rPr lang="ru-RU" dirty="0"/>
              <a:t> </a:t>
            </a:r>
            <a:r>
              <a:rPr lang="ru-RU" dirty="0" err="1"/>
              <a:t>Awesome</a:t>
            </a:r>
            <a:r>
              <a:rPr lang="ru-RU" dirty="0"/>
              <a:t> - интернет-библиотека иконок и инструментарий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755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Навыки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Делать сайты средней сложности</a:t>
            </a:r>
          </a:p>
          <a:p>
            <a:r>
              <a:rPr lang="ru-RU" dirty="0" smtClean="0"/>
              <a:t>Работать с макетами в </a:t>
            </a:r>
            <a:r>
              <a:rPr lang="ru-RU" dirty="0" err="1" smtClean="0"/>
              <a:t>фигме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3916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400" dirty="0" smtClean="0"/>
              <a:t>Ссылка на портфолио: </a:t>
            </a:r>
            <a:r>
              <a:rPr lang="en-US" sz="2400" dirty="0" smtClean="0">
                <a:hlinkClick r:id="rId2"/>
              </a:rPr>
              <a:t>https</a:t>
            </a:r>
            <a:r>
              <a:rPr lang="en-US" sz="2400" dirty="0">
                <a:hlinkClick r:id="rId2"/>
              </a:rPr>
              <a:t>://</a:t>
            </a:r>
            <a:r>
              <a:rPr lang="en-US" sz="2400" dirty="0" smtClean="0">
                <a:hlinkClick r:id="rId2"/>
              </a:rPr>
              <a:t>github.com/Darya2006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 smtClean="0"/>
              <a:t>Описание: 2 сайта средней сложности</a:t>
            </a:r>
            <a:endParaRPr lang="ru-RU" sz="2400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62063" y="2014297"/>
            <a:ext cx="8594725" cy="3980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082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58106" y="648589"/>
            <a:ext cx="10515600" cy="1006475"/>
          </a:xfrm>
        </p:spPr>
        <p:txBody>
          <a:bodyPr/>
          <a:lstStyle/>
          <a:p>
            <a:pPr algn="ctr"/>
            <a:r>
              <a:rPr lang="ru-RU" dirty="0" smtClean="0"/>
              <a:t>ТЗ и описание работ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84239" y="1820803"/>
            <a:ext cx="7676470" cy="3729605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7973568" y="1655064"/>
            <a:ext cx="3374136" cy="4110419"/>
          </a:xfrm>
        </p:spPr>
        <p:txBody>
          <a:bodyPr/>
          <a:lstStyle/>
          <a:p>
            <a:r>
              <a:rPr lang="ru-RU" dirty="0"/>
              <a:t>Сделать карусель и следующий функционал: </a:t>
            </a:r>
            <a:r>
              <a:rPr lang="ru-RU" dirty="0" smtClean="0"/>
              <a:t>при </a:t>
            </a:r>
            <a:r>
              <a:rPr lang="ru-RU" dirty="0"/>
              <a:t>клике на кнопки слайдера сделать так, чтобы у среднего блока всегда был </a:t>
            </a:r>
            <a:r>
              <a:rPr lang="ru-RU" dirty="0" err="1"/>
              <a:t>opacity</a:t>
            </a:r>
            <a:r>
              <a:rPr lang="ru-RU" dirty="0"/>
              <a:t>: 1, остальные </a:t>
            </a:r>
            <a:r>
              <a:rPr lang="ru-RU" dirty="0" err="1"/>
              <a:t>зетемнённые</a:t>
            </a:r>
            <a:r>
              <a:rPr lang="ru-RU" dirty="0"/>
              <a:t> (</a:t>
            </a:r>
            <a:r>
              <a:rPr lang="ru-RU" dirty="0" err="1"/>
              <a:t>opacity</a:t>
            </a:r>
            <a:r>
              <a:rPr lang="ru-RU" dirty="0"/>
              <a:t>: .3).</a:t>
            </a:r>
          </a:p>
        </p:txBody>
      </p:sp>
    </p:spTree>
    <p:extLst>
      <p:ext uri="{BB962C8B-B14F-4D97-AF65-F5344CB8AC3E}">
        <p14:creationId xmlns:p14="http://schemas.microsoft.com/office/powerpoint/2010/main" val="1669656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87533" y="685800"/>
            <a:ext cx="5312535" cy="5486400"/>
          </a:xfrm>
          <a:prstGeom prst="rect">
            <a:avLst/>
          </a:prstGeo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smtClean="0"/>
              <a:t>Сверстать модальное окно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301624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10261"/>
            <a:ext cx="10515600" cy="1325563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dirty="0" smtClean="0"/>
              <a:t>Сверстать страницу с меню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1387" y="1828800"/>
            <a:ext cx="633607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842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Что буду делать дальше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Более углублённо изучить </a:t>
            </a:r>
            <a:r>
              <a:rPr lang="en-US" dirty="0" smtClean="0"/>
              <a:t>JS</a:t>
            </a:r>
            <a:r>
              <a:rPr lang="ru-RU" dirty="0" smtClean="0"/>
              <a:t> и </a:t>
            </a:r>
            <a:r>
              <a:rPr lang="en-US" dirty="0" err="1" smtClean="0"/>
              <a:t>Figma</a:t>
            </a:r>
            <a:endParaRPr lang="en-US" dirty="0" smtClean="0"/>
          </a:p>
          <a:p>
            <a:r>
              <a:rPr lang="ru-RU" dirty="0" smtClean="0"/>
              <a:t>Искать заказы и пополнять портфолио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830304966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TM03457515[[fn=Вид]]</Template>
  <TotalTime>462</TotalTime>
  <Words>110</Words>
  <Application>Microsoft Office PowerPoint</Application>
  <PresentationFormat>Широкоэкранный</PresentationFormat>
  <Paragraphs>22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Century Schoolbook</vt:lpstr>
      <vt:lpstr>Wingdings 2</vt:lpstr>
      <vt:lpstr>View</vt:lpstr>
      <vt:lpstr>Крутякова Дарья  ИСиП-11</vt:lpstr>
      <vt:lpstr>Полученные знания и библиотеки</vt:lpstr>
      <vt:lpstr>Навыки</vt:lpstr>
      <vt:lpstr>Ссылка на портфолио: https://github.com/Darya2006 Описание: 2 сайта средней сложности</vt:lpstr>
      <vt:lpstr>ТЗ и описание работ</vt:lpstr>
      <vt:lpstr>Презентация PowerPoint</vt:lpstr>
      <vt:lpstr>Сверстать страницу с меню</vt:lpstr>
      <vt:lpstr>Что буду делать дальше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Крутякова Дарья  ИСиП-11</dc:title>
  <dc:creator>Dasha</dc:creator>
  <cp:lastModifiedBy>Dasha</cp:lastModifiedBy>
  <cp:revision>14</cp:revision>
  <dcterms:created xsi:type="dcterms:W3CDTF">2023-03-22T21:04:37Z</dcterms:created>
  <dcterms:modified xsi:type="dcterms:W3CDTF">2023-03-27T20:59:26Z</dcterms:modified>
</cp:coreProperties>
</file>